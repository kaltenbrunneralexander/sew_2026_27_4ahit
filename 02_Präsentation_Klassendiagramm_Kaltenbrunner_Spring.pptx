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CA9A56-2289-427A-887F-83B8CABD4798}" v="3" dt="2026-09-14T16:25:31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3" autoAdjust="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Spring" userId="S::oliver.spring@htlwy.at::d3676366-a254-46ec-b4ab-639b278bad2a" providerId="AD" clId="Web-{9F187523-EC7A-CE0E-06E5-B82BC4CE5B5A}"/>
    <pc:docChg chg="modSld">
      <pc:chgData name="Oliver Spring" userId="S::oliver.spring@htlwy.at::d3676366-a254-46ec-b4ab-639b278bad2a" providerId="AD" clId="Web-{9F187523-EC7A-CE0E-06E5-B82BC4CE5B5A}" dt="2026-09-11T06:16:51.856" v="151" actId="20577"/>
      <pc:docMkLst>
        <pc:docMk/>
      </pc:docMkLst>
      <pc:sldChg chg="addSp delSp modSp">
        <pc:chgData name="Oliver Spring" userId="S::oliver.spring@htlwy.at::d3676366-a254-46ec-b4ab-639b278bad2a" providerId="AD" clId="Web-{9F187523-EC7A-CE0E-06E5-B82BC4CE5B5A}" dt="2026-09-11T06:10:02.029" v="64" actId="20577"/>
        <pc:sldMkLst>
          <pc:docMk/>
          <pc:sldMk cId="0" sldId="256"/>
        </pc:sldMkLst>
        <pc:spChg chg="mod">
          <ac:chgData name="Oliver Spring" userId="S::oliver.spring@htlwy.at::d3676366-a254-46ec-b4ab-639b278bad2a" providerId="AD" clId="Web-{9F187523-EC7A-CE0E-06E5-B82BC4CE5B5A}" dt="2026-09-11T06:09:21.044" v="3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Oliver Spring" userId="S::oliver.spring@htlwy.at::d3676366-a254-46ec-b4ab-639b278bad2a" providerId="AD" clId="Web-{9F187523-EC7A-CE0E-06E5-B82BC4CE5B5A}" dt="2026-09-11T06:10:02.029" v="64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Oliver Spring" userId="S::oliver.spring@htlwy.at::d3676366-a254-46ec-b4ab-639b278bad2a" providerId="AD" clId="Web-{9F187523-EC7A-CE0E-06E5-B82BC4CE5B5A}" dt="2026-09-11T06:12:57.926" v="119" actId="20577"/>
        <pc:sldMkLst>
          <pc:docMk/>
          <pc:sldMk cId="0" sldId="257"/>
        </pc:sldMkLst>
        <pc:spChg chg="mod">
          <ac:chgData name="Oliver Spring" userId="S::oliver.spring@htlwy.at::d3676366-a254-46ec-b4ab-639b278bad2a" providerId="AD" clId="Web-{9F187523-EC7A-CE0E-06E5-B82BC4CE5B5A}" dt="2026-09-11T06:12:29.597" v="11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2:55.676" v="11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2:57.926" v="119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">
        <pc:chgData name="Oliver Spring" userId="S::oliver.spring@htlwy.at::d3676366-a254-46ec-b4ab-639b278bad2a" providerId="AD" clId="Web-{9F187523-EC7A-CE0E-06E5-B82BC4CE5B5A}" dt="2026-09-11T06:13:14.739" v="121" actId="20577"/>
        <pc:sldMkLst>
          <pc:docMk/>
          <pc:sldMk cId="0" sldId="258"/>
        </pc:sldMkLst>
        <pc:spChg chg="mod">
          <ac:chgData name="Oliver Spring" userId="S::oliver.spring@htlwy.at::d3676366-a254-46ec-b4ab-639b278bad2a" providerId="AD" clId="Web-{9F187523-EC7A-CE0E-06E5-B82BC4CE5B5A}" dt="2026-09-11T06:13:14.739" v="121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">
        <pc:chgData name="Oliver Spring" userId="S::oliver.spring@htlwy.at::d3676366-a254-46ec-b4ab-639b278bad2a" providerId="AD" clId="Web-{9F187523-EC7A-CE0E-06E5-B82BC4CE5B5A}" dt="2026-09-11T06:16:51.856" v="151" actId="20577"/>
        <pc:sldMkLst>
          <pc:docMk/>
          <pc:sldMk cId="0" sldId="259"/>
        </pc:sldMkLst>
        <pc:spChg chg="mod">
          <ac:chgData name="Oliver Spring" userId="S::oliver.spring@htlwy.at::d3676366-a254-46ec-b4ab-639b278bad2a" providerId="AD" clId="Web-{9F187523-EC7A-CE0E-06E5-B82BC4CE5B5A}" dt="2026-09-11T06:13:35.630" v="12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3:54.959" v="127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3:32.318" v="12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3:50.178" v="12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3:38.506" v="12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6:51.856" v="15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">
        <pc:chgData name="Oliver Spring" userId="S::oliver.spring@htlwy.at::d3676366-a254-46ec-b4ab-639b278bad2a" providerId="AD" clId="Web-{9F187523-EC7A-CE0E-06E5-B82BC4CE5B5A}" dt="2026-09-11T06:15:40.900" v="132" actId="20577"/>
        <pc:sldMkLst>
          <pc:docMk/>
          <pc:sldMk cId="0" sldId="260"/>
        </pc:sldMkLst>
        <pc:spChg chg="mod">
          <ac:chgData name="Oliver Spring" userId="S::oliver.spring@htlwy.at::d3676366-a254-46ec-b4ab-639b278bad2a" providerId="AD" clId="Web-{9F187523-EC7A-CE0E-06E5-B82BC4CE5B5A}" dt="2026-09-11T06:15:10.149" v="129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5:40.900" v="132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Oliver Spring" userId="S::oliver.spring@htlwy.at::d3676366-a254-46ec-b4ab-639b278bad2a" providerId="AD" clId="Web-{9F187523-EC7A-CE0E-06E5-B82BC4CE5B5A}" dt="2026-09-11T06:15:20.196" v="131" actId="20577"/>
          <ac:spMkLst>
            <pc:docMk/>
            <pc:sldMk cId="0" sldId="260"/>
            <ac:spMk id="25" creationId="{00000000-0000-0000-0000-000000000000}"/>
          </ac:spMkLst>
        </pc:spChg>
      </pc:sldChg>
    </pc:docChg>
  </pc:docChgLst>
  <pc:docChgLst>
    <pc:chgData name="Alexander Kaltenbrunner" userId="3fe601b2-b54b-413c-8165-becda0e9b112" providerId="ADAL" clId="{80AB3BCE-46A3-4F56-9CAF-66DFF23A9C42}"/>
    <pc:docChg chg="custSel modSld">
      <pc:chgData name="Alexander Kaltenbrunner" userId="3fe601b2-b54b-413c-8165-becda0e9b112" providerId="ADAL" clId="{80AB3BCE-46A3-4F56-9CAF-66DFF23A9C42}" dt="2026-09-14T18:35:59.480" v="117" actId="14100"/>
      <pc:docMkLst>
        <pc:docMk/>
      </pc:docMkLst>
      <pc:sldChg chg="modSp mod">
        <pc:chgData name="Alexander Kaltenbrunner" userId="3fe601b2-b54b-413c-8165-becda0e9b112" providerId="ADAL" clId="{80AB3BCE-46A3-4F56-9CAF-66DFF23A9C42}" dt="2026-09-14T16:29:26.466" v="115" actId="20577"/>
        <pc:sldMkLst>
          <pc:docMk/>
          <pc:sldMk cId="0" sldId="256"/>
        </pc:sldMkLst>
        <pc:spChg chg="mod">
          <ac:chgData name="Alexander Kaltenbrunner" userId="3fe601b2-b54b-413c-8165-becda0e9b112" providerId="ADAL" clId="{80AB3BCE-46A3-4F56-9CAF-66DFF23A9C42}" dt="2026-09-14T16:29:26.466" v="115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Alexander Kaltenbrunner" userId="3fe601b2-b54b-413c-8165-becda0e9b112" providerId="ADAL" clId="{80AB3BCE-46A3-4F56-9CAF-66DFF23A9C42}" dt="2026-09-14T16:29:13.156" v="111" actId="20577"/>
        <pc:sldMkLst>
          <pc:docMk/>
          <pc:sldMk cId="0" sldId="257"/>
        </pc:sldMkLst>
        <pc:spChg chg="mod">
          <ac:chgData name="Alexander Kaltenbrunner" userId="3fe601b2-b54b-413c-8165-becda0e9b112" providerId="ADAL" clId="{80AB3BCE-46A3-4F56-9CAF-66DFF23A9C42}" dt="2026-09-14T16:29:09.760" v="11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exander Kaltenbrunner" userId="3fe601b2-b54b-413c-8165-becda0e9b112" providerId="ADAL" clId="{80AB3BCE-46A3-4F56-9CAF-66DFF23A9C42}" dt="2026-09-14T16:28:53.005" v="107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lexander Kaltenbrunner" userId="3fe601b2-b54b-413c-8165-becda0e9b112" providerId="ADAL" clId="{80AB3BCE-46A3-4F56-9CAF-66DFF23A9C42}" dt="2026-09-14T16:28:18.396" v="102" actId="20577"/>
          <ac:spMkLst>
            <pc:docMk/>
            <pc:sldMk cId="0" sldId="257"/>
            <ac:spMk id="7" creationId="{00000000-0000-0000-0000-000000000000}"/>
          </ac:spMkLst>
        </pc:spChg>
        <pc:spChg chg="del">
          <ac:chgData name="Alexander Kaltenbrunner" userId="3fe601b2-b54b-413c-8165-becda0e9b112" providerId="ADAL" clId="{80AB3BCE-46A3-4F56-9CAF-66DFF23A9C42}" dt="2026-09-14T16:29:05.185" v="108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Alexander Kaltenbrunner" userId="3fe601b2-b54b-413c-8165-becda0e9b112" providerId="ADAL" clId="{80AB3BCE-46A3-4F56-9CAF-66DFF23A9C42}" dt="2026-09-14T16:29:13.156" v="111" actId="20577"/>
          <ac:spMkLst>
            <pc:docMk/>
            <pc:sldMk cId="0" sldId="257"/>
            <ac:spMk id="9" creationId="{00000000-0000-0000-0000-000000000000}"/>
          </ac:spMkLst>
        </pc:spChg>
      </pc:sldChg>
      <pc:sldChg chg="addSp modSp mod">
        <pc:chgData name="Alexander Kaltenbrunner" userId="3fe601b2-b54b-413c-8165-becda0e9b112" providerId="ADAL" clId="{80AB3BCE-46A3-4F56-9CAF-66DFF23A9C42}" dt="2026-09-14T16:26:40.705" v="100" actId="14100"/>
        <pc:sldMkLst>
          <pc:docMk/>
          <pc:sldMk cId="0" sldId="258"/>
        </pc:sldMkLst>
        <pc:spChg chg="mod">
          <ac:chgData name="Alexander Kaltenbrunner" userId="3fe601b2-b54b-413c-8165-becda0e9b112" providerId="ADAL" clId="{80AB3BCE-46A3-4F56-9CAF-66DFF23A9C42}" dt="2026-09-14T16:22:50.830" v="0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lexander Kaltenbrunner" userId="3fe601b2-b54b-413c-8165-becda0e9b112" providerId="ADAL" clId="{80AB3BCE-46A3-4F56-9CAF-66DFF23A9C42}" dt="2026-09-14T16:23:20.830" v="19" actId="313"/>
          <ac:spMkLst>
            <pc:docMk/>
            <pc:sldMk cId="0" sldId="258"/>
            <ac:spMk id="14" creationId="{00000000-0000-0000-0000-000000000000}"/>
          </ac:spMkLst>
        </pc:spChg>
        <pc:spChg chg="add mod">
          <ac:chgData name="Alexander Kaltenbrunner" userId="3fe601b2-b54b-413c-8165-becda0e9b112" providerId="ADAL" clId="{80AB3BCE-46A3-4F56-9CAF-66DFF23A9C42}" dt="2026-09-14T16:24:11.710" v="38" actId="1076"/>
          <ac:spMkLst>
            <pc:docMk/>
            <pc:sldMk cId="0" sldId="258"/>
            <ac:spMk id="16" creationId="{F2FD2D26-5A1E-8D97-8C1E-05849845E999}"/>
          </ac:spMkLst>
        </pc:spChg>
        <pc:spChg chg="add mod">
          <ac:chgData name="Alexander Kaltenbrunner" userId="3fe601b2-b54b-413c-8165-becda0e9b112" providerId="ADAL" clId="{80AB3BCE-46A3-4F56-9CAF-66DFF23A9C42}" dt="2026-09-14T16:26:33.871" v="99" actId="1076"/>
          <ac:spMkLst>
            <pc:docMk/>
            <pc:sldMk cId="0" sldId="258"/>
            <ac:spMk id="18" creationId="{01B212A0-8BD6-68D5-0655-C483EDB8BD8A}"/>
          </ac:spMkLst>
        </pc:spChg>
        <pc:spChg chg="add mod">
          <ac:chgData name="Alexander Kaltenbrunner" userId="3fe601b2-b54b-413c-8165-becda0e9b112" providerId="ADAL" clId="{80AB3BCE-46A3-4F56-9CAF-66DFF23A9C42}" dt="2026-09-14T16:26:25.892" v="97" actId="1076"/>
          <ac:spMkLst>
            <pc:docMk/>
            <pc:sldMk cId="0" sldId="258"/>
            <ac:spMk id="20" creationId="{144C76AB-7C92-26E1-6DC5-066D1832F9CD}"/>
          </ac:spMkLst>
        </pc:spChg>
        <pc:cxnChg chg="add mod">
          <ac:chgData name="Alexander Kaltenbrunner" userId="3fe601b2-b54b-413c-8165-becda0e9b112" providerId="ADAL" clId="{80AB3BCE-46A3-4F56-9CAF-66DFF23A9C42}" dt="2026-09-14T16:25:27.539" v="83" actId="14100"/>
          <ac:cxnSpMkLst>
            <pc:docMk/>
            <pc:sldMk cId="0" sldId="258"/>
            <ac:cxnSpMk id="22" creationId="{023B7444-8CE0-F021-15C1-23F3F73227A9}"/>
          </ac:cxnSpMkLst>
        </pc:cxnChg>
        <pc:cxnChg chg="add mod">
          <ac:chgData name="Alexander Kaltenbrunner" userId="3fe601b2-b54b-413c-8165-becda0e9b112" providerId="ADAL" clId="{80AB3BCE-46A3-4F56-9CAF-66DFF23A9C42}" dt="2026-09-14T16:26:40.705" v="100" actId="14100"/>
          <ac:cxnSpMkLst>
            <pc:docMk/>
            <pc:sldMk cId="0" sldId="258"/>
            <ac:cxnSpMk id="27" creationId="{D89E4E98-1C38-644A-5354-860EBDDEB61E}"/>
          </ac:cxnSpMkLst>
        </pc:cxnChg>
        <pc:cxnChg chg="add mod">
          <ac:chgData name="Alexander Kaltenbrunner" userId="3fe601b2-b54b-413c-8165-becda0e9b112" providerId="ADAL" clId="{80AB3BCE-46A3-4F56-9CAF-66DFF23A9C42}" dt="2026-09-14T16:26:29.484" v="98" actId="14100"/>
          <ac:cxnSpMkLst>
            <pc:docMk/>
            <pc:sldMk cId="0" sldId="258"/>
            <ac:cxnSpMk id="28" creationId="{756B589D-1C4E-205C-62D8-8DD9514D00C0}"/>
          </ac:cxnSpMkLst>
        </pc:cxnChg>
      </pc:sldChg>
      <pc:sldChg chg="modSp mod">
        <pc:chgData name="Alexander Kaltenbrunner" userId="3fe601b2-b54b-413c-8165-becda0e9b112" providerId="ADAL" clId="{80AB3BCE-46A3-4F56-9CAF-66DFF23A9C42}" dt="2026-09-14T18:35:59.480" v="117" actId="14100"/>
        <pc:sldMkLst>
          <pc:docMk/>
          <pc:sldMk cId="0" sldId="259"/>
        </pc:sldMkLst>
        <pc:spChg chg="mod">
          <ac:chgData name="Alexander Kaltenbrunner" userId="3fe601b2-b54b-413c-8165-becda0e9b112" providerId="ADAL" clId="{80AB3BCE-46A3-4F56-9CAF-66DFF23A9C42}" dt="2026-09-14T18:35:59.480" v="117" actId="14100"/>
          <ac:spMkLst>
            <pc:docMk/>
            <pc:sldMk cId="0" sldId="259"/>
            <ac:spMk id="7" creationId="{00000000-0000-0000-0000-000000000000}"/>
          </ac:spMkLst>
        </pc:spChg>
      </pc:sldChg>
      <pc:sldChg chg="delSp mod">
        <pc:chgData name="Alexander Kaltenbrunner" userId="3fe601b2-b54b-413c-8165-becda0e9b112" providerId="ADAL" clId="{80AB3BCE-46A3-4F56-9CAF-66DFF23A9C42}" dt="2026-09-14T18:35:24.751" v="116" actId="478"/>
        <pc:sldMkLst>
          <pc:docMk/>
          <pc:sldMk cId="0" sldId="261"/>
        </pc:sldMkLst>
        <pc:spChg chg="del">
          <ac:chgData name="Alexander Kaltenbrunner" userId="3fe601b2-b54b-413c-8165-becda0e9b112" providerId="ADAL" clId="{80AB3BCE-46A3-4F56-9CAF-66DFF23A9C42}" dt="2026-09-14T18:35:24.751" v="116" actId="478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77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vorstellen: Klassendiagramm = Software-Sicht, nicht Datenbank. Am Ende: Code mit eingebautem Fehler – Augen auf!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Klassendiagramm zeigt Software-Klassen: Objekte, Methoden, Zusammenhänge. Kein ER-Diagramm für Datenbanken. Nutzt man, um sich vor dem Programmieren den Aufbau zu überlegen.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Klasse = Kasten mit drei Bereichen: Name, Attribute, Methoden. Plus = public (von außen sichtbar), Minus = private (nur intern).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Beziehungen reichen: Vererbung = durchgezogene Linie + Dreieck. Interface = gleiches Symbol, aber gestrichelt. Assoziation = einfache Linie, wenn eine Klasse eine andere nur kennt.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Projekt als Diagramm: IFigur gibt Volumen + Oberflaeche vor. Figur implementiert das Interface, ist abstrakt. Kugel und Wuerfel erben von Figur.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Fehler ist kein Formelfehler — die Volumen-Berechnung stimmt sogar! Der Fehler steckt in der Vererbung: Wuerfel erbt hier von Kugel statt von Figur. Code kompiliert und funktioniert trotzdem. Wer findet ihn?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Fehler: Wuerfel erbt von Kugel statt von Figur — widerspricht dem Klassendiagramm. Code kompiliert, Volumen() liefert sogar den richtigen Wert. Trotzdem falsch: Wuerfel schleppt unnötig Kugel-Eigenschaften mit (z.B. Radius) und die Vererbungshierarchie ergibt inhaltlich keinen Sinn. Genau solche Fehler entstehen, wenn man beim Programmieren nicht mehr aufs Klassendiagramm schaut.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>
                <a:solidFill>
                  <a:srgbClr val="4EC9B0"/>
                </a:solidFill>
                <a:ea typeface="Calibri"/>
                <a:cs typeface="Calibri"/>
              </a:rPr>
              <a:t>Aufbau von Klassen und </a:t>
            </a:r>
            <a:r>
              <a:rPr lang="en-US" sz="2000" i="1" err="1">
                <a:solidFill>
                  <a:srgbClr val="4EC9B0"/>
                </a:solidFill>
                <a:ea typeface="Calibri"/>
                <a:cs typeface="Calibri"/>
              </a:rPr>
              <a:t>deren</a:t>
            </a:r>
            <a:r>
              <a:rPr lang="en-US" sz="2000" i="1">
                <a:solidFill>
                  <a:srgbClr val="4EC9B0"/>
                </a:solidFill>
                <a:ea typeface="Calibri"/>
                <a:cs typeface="Calibri"/>
              </a:rPr>
              <a:t> Unterklassen</a:t>
            </a:r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2377440" cy="0"/>
          </a:xfrm>
          <a:prstGeom prst="line">
            <a:avLst/>
          </a:prstGeom>
          <a:noFill/>
          <a:ln w="25400">
            <a:solidFill>
              <a:srgbClr val="C586C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Kaltenbrunner  &amp;  Spring   ·   SEW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ein Klassendiagramm?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4592" cy="164592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 txBox="1"/>
          <p:nvPr/>
        </p:nvSpPr>
        <p:spPr>
          <a:xfrm>
            <a:off x="1051560" y="162763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1E1E2E"/>
                </a:solidFill>
                <a:ea typeface="+mn-lt"/>
                <a:cs typeface="+mn-lt"/>
              </a:rPr>
              <a:t>Statischer</a:t>
            </a:r>
            <a:r>
              <a:rPr lang="en-US" sz="2000" dirty="0">
                <a:solidFill>
                  <a:srgbClr val="1E1E2E"/>
                </a:solidFill>
                <a:ea typeface="+mn-lt"/>
                <a:cs typeface="+mn-lt"/>
              </a:rPr>
              <a:t> Aufbau der Software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64592" cy="164592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1051560" y="240487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1E2E"/>
                </a:solidFill>
                <a:ea typeface="+mn-lt"/>
                <a:cs typeface="+mn-lt"/>
              </a:rPr>
              <a:t>Klassen (Attribute, </a:t>
            </a:r>
            <a:r>
              <a:rPr lang="en-US" sz="2000" dirty="0" err="1">
                <a:solidFill>
                  <a:srgbClr val="1E1E2E"/>
                </a:solidFill>
                <a:ea typeface="+mn-lt"/>
                <a:cs typeface="+mn-lt"/>
              </a:rPr>
              <a:t>Methoden</a:t>
            </a:r>
            <a:r>
              <a:rPr lang="en-US" sz="2000" dirty="0">
                <a:solidFill>
                  <a:srgbClr val="1E1E2E"/>
                </a:solidFill>
                <a:ea typeface="+mn-lt"/>
                <a:cs typeface="+mn-lt"/>
              </a:rPr>
              <a:t>) und </a:t>
            </a:r>
            <a:r>
              <a:rPr lang="en-US" sz="2000" dirty="0" err="1">
                <a:solidFill>
                  <a:srgbClr val="1E1E2E"/>
                </a:solidFill>
                <a:ea typeface="+mn-lt"/>
                <a:cs typeface="+mn-lt"/>
              </a:rPr>
              <a:t>deren</a:t>
            </a:r>
            <a:r>
              <a:rPr lang="en-US" sz="2000" dirty="0">
                <a:solidFill>
                  <a:srgbClr val="1E1E2E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E1E2E"/>
                </a:solidFill>
                <a:ea typeface="+mn-lt"/>
                <a:cs typeface="+mn-lt"/>
              </a:rPr>
              <a:t>Beziehungen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18211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38328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795528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Klassenname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2377440"/>
            <a:ext cx="338328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813816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attribut : typ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2880360"/>
            <a:ext cx="338328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 txBox="1"/>
          <p:nvPr/>
        </p:nvSpPr>
        <p:spPr>
          <a:xfrm>
            <a:off x="813816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methode() : typ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 · Kaltenbrunner &amp; Spring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 </a:t>
            </a:r>
            <a:r>
              <a:rPr lang="en-US" sz="3400" b="1" dirty="0" err="1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Klasse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023360" cy="640080"/>
          </a:xfrm>
          <a:prstGeom prst="rect">
            <a:avLst/>
          </a:prstGeom>
          <a:solidFill>
            <a:srgbClr val="1E1E2E"/>
          </a:solidFill>
          <a:ln w="1905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Kugel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023360" cy="594360"/>
          </a:xfrm>
          <a:prstGeom prst="rect">
            <a:avLst/>
          </a:prstGeom>
          <a:solidFill>
            <a:srgbClr val="F4F4F8"/>
          </a:solidFill>
          <a:ln w="1905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114300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radius : double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4023360" cy="1051560"/>
          </a:xfrm>
          <a:prstGeom prst="rect">
            <a:avLst/>
          </a:prstGeom>
          <a:solidFill>
            <a:srgbClr val="F4F4F8"/>
          </a:solidFill>
          <a:ln w="1905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 txBox="1"/>
          <p:nvPr/>
        </p:nvSpPr>
        <p:spPr>
          <a:xfrm>
            <a:off x="1143000" y="29718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Volumen() : double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+  Oberfläche() : double</a:t>
            </a:r>
            <a:endParaRPr lang="en-US" sz="1500">
              <a:latin typeface="Consola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76072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Sichtbarkeit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überall sichtbar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3192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Nur in Klasse </a:t>
            </a:r>
            <a:r>
              <a:rPr lang="en-US" sz="1700" dirty="0" err="1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 · Kaltenbrunner &amp; Spring</a:t>
            </a:r>
            <a:endParaRPr lang="en-US" sz="1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2FD2D26-5A1E-8D97-8C1E-05849845E999}"/>
              </a:ext>
            </a:extLst>
          </p:cNvPr>
          <p:cNvSpPr txBox="1"/>
          <p:nvPr/>
        </p:nvSpPr>
        <p:spPr>
          <a:xfrm>
            <a:off x="5422670" y="702988"/>
            <a:ext cx="1590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70C0"/>
                </a:solidFill>
              </a:rPr>
              <a:t>Klassenname</a:t>
            </a:r>
            <a:endParaRPr lang="de-DE" b="1" dirty="0">
              <a:solidFill>
                <a:srgbClr val="0070C0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B212A0-8BD6-68D5-0655-C483EDB8BD8A}"/>
              </a:ext>
            </a:extLst>
          </p:cNvPr>
          <p:cNvSpPr txBox="1"/>
          <p:nvPr/>
        </p:nvSpPr>
        <p:spPr>
          <a:xfrm>
            <a:off x="5989320" y="4567182"/>
            <a:ext cx="1198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70C0"/>
                </a:solidFill>
              </a:rPr>
              <a:t>Variablen</a:t>
            </a:r>
            <a:endParaRPr lang="de-DE" b="1" dirty="0">
              <a:solidFill>
                <a:srgbClr val="0070C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44C76AB-7C92-26E1-6DC5-066D1832F9CD}"/>
              </a:ext>
            </a:extLst>
          </p:cNvPr>
          <p:cNvSpPr txBox="1"/>
          <p:nvPr/>
        </p:nvSpPr>
        <p:spPr>
          <a:xfrm>
            <a:off x="2074398" y="4738625"/>
            <a:ext cx="2741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70C0"/>
                </a:solidFill>
              </a:rPr>
              <a:t>Methoden / Funktionen</a:t>
            </a:r>
            <a:endParaRPr lang="de-DE" b="1" dirty="0">
              <a:solidFill>
                <a:srgbClr val="0070C0"/>
              </a:solidFill>
            </a:endParaRP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023B7444-8CE0-F021-15C1-23F3F73227A9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4293973" y="903043"/>
            <a:ext cx="1128697" cy="10496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89E4E98-1C38-644A-5354-860EBDDEB61E}"/>
              </a:ext>
            </a:extLst>
          </p:cNvPr>
          <p:cNvCxnSpPr>
            <a:cxnSpLocks/>
          </p:cNvCxnSpPr>
          <p:nvPr/>
        </p:nvCxnSpPr>
        <p:spPr>
          <a:xfrm flipH="1" flipV="1">
            <a:off x="3865932" y="2770868"/>
            <a:ext cx="2351988" cy="174206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56B589D-1C4E-205C-62D8-8DD9514D00C0}"/>
              </a:ext>
            </a:extLst>
          </p:cNvPr>
          <p:cNvCxnSpPr>
            <a:cxnSpLocks/>
          </p:cNvCxnSpPr>
          <p:nvPr/>
        </p:nvCxnSpPr>
        <p:spPr>
          <a:xfrm flipV="1">
            <a:off x="3687136" y="3642502"/>
            <a:ext cx="477091" cy="109612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wichtigsten Beziehungen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463040" cy="0"/>
          </a:xfrm>
          <a:prstGeom prst="line">
            <a:avLst/>
          </a:prstGeom>
          <a:noFill/>
          <a:ln w="38100">
            <a:solidFill>
              <a:srgbClr val="569CD6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 txBox="1"/>
          <p:nvPr/>
        </p:nvSpPr>
        <p:spPr>
          <a:xfrm>
            <a:off x="2377440" y="1807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Vererbung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8057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erbt von — z.B. Kugel → Figur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73552"/>
            <a:ext cx="1522352" cy="0"/>
          </a:xfrm>
          <a:prstGeom prst="line">
            <a:avLst/>
          </a:prstGeom>
          <a:noFill/>
          <a:ln w="38100">
            <a:solidFill>
              <a:srgbClr val="C586C0"/>
            </a:solidFill>
            <a:prstDash val="dash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2377440" y="29962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3044631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implementiert — z.B. Kugel → IFigur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62272"/>
            <a:ext cx="146304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2377440" y="4184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Assoziation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41832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kennt</a:t>
            </a:r>
            <a:r>
              <a:rPr lang="en-US" sz="1600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600" err="1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verwendet</a:t>
            </a:r>
            <a:r>
              <a:rPr lang="en-US" sz="1600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eine</a:t>
            </a:r>
            <a:r>
              <a:rPr lang="en-US" sz="1600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andere</a:t>
            </a:r>
            <a:r>
              <a:rPr lang="en-US" sz="1600">
                <a:solidFill>
                  <a:srgbClr val="1E1E2E"/>
                </a:solidFill>
                <a:latin typeface="Calibri"/>
                <a:ea typeface="Calibri"/>
                <a:cs typeface="Calibri"/>
              </a:rPr>
              <a:t> Klasse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beide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bleiben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eigenständig</a:t>
            </a:r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 · Kaltenbrunner &amp; Spring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9753" y="4572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</a:t>
            </a:r>
            <a:r>
              <a:rPr lang="en-US" sz="3400" b="1" dirty="0" err="1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</a:t>
            </a: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-Projekt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480560" y="1234440"/>
            <a:ext cx="3200400" cy="457200"/>
          </a:xfrm>
          <a:prstGeom prst="rect">
            <a:avLst/>
          </a:prstGeom>
          <a:solidFill>
            <a:srgbClr val="C586C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 txBox="1"/>
          <p:nvPr/>
        </p:nvSpPr>
        <p:spPr>
          <a:xfrm>
            <a:off x="448056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IFigur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200400" cy="640080"/>
          </a:xfrm>
          <a:prstGeom prst="rect">
            <a:avLst/>
          </a:prstGeom>
          <a:solidFill>
            <a:srgbClr val="F4F4F8"/>
          </a:solidFill>
          <a:ln w="19050">
            <a:solidFill>
              <a:srgbClr val="C586C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461772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Volumen() : double</a:t>
            </a:r>
            <a:endParaRPr lang="en-US" sz="1100" dirty="0"/>
          </a:p>
          <a:p>
            <a:pPr marL="0" indent="0">
              <a:buNone/>
            </a:pPr>
            <a:r>
              <a:rPr lang="en-US" sz="1100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100" err="1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Oberfläche</a:t>
            </a:r>
            <a:r>
              <a:rPr lang="en-US" sz="1100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() : double</a:t>
            </a:r>
            <a:endParaRPr lang="en-US" sz="1100">
              <a:latin typeface="Consola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2788920"/>
            <a:ext cx="320040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448056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  {abstract}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3246120"/>
            <a:ext cx="3200400" cy="502920"/>
          </a:xfrm>
          <a:prstGeom prst="rect">
            <a:avLst/>
          </a:prstGeom>
          <a:solidFill>
            <a:srgbClr val="F4F4F8"/>
          </a:solidFill>
          <a:ln w="1905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 txBox="1"/>
          <p:nvPr/>
        </p:nvSpPr>
        <p:spPr>
          <a:xfrm>
            <a:off x="461772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+ Volumen() : double  (abstract)</a:t>
            </a:r>
            <a:endParaRPr lang="en-US" sz="1050">
              <a:latin typeface="Consola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80760" y="2331720"/>
            <a:ext cx="0" cy="457200"/>
          </a:xfrm>
          <a:prstGeom prst="line">
            <a:avLst/>
          </a:prstGeom>
          <a:noFill/>
          <a:ln w="25400">
            <a:solidFill>
              <a:srgbClr val="C586C0"/>
            </a:solidFill>
            <a:prstDash val="dash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4937760"/>
            <a:ext cx="2743200" cy="457200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2377440" y="4937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Kugel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5394960"/>
            <a:ext cx="2743200" cy="411480"/>
          </a:xfrm>
          <a:prstGeom prst="rect">
            <a:avLst/>
          </a:prstGeom>
          <a:solidFill>
            <a:srgbClr val="F4F4F8"/>
          </a:solidFill>
          <a:ln w="19050">
            <a:solidFill>
              <a:srgbClr val="569CD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 txBox="1"/>
          <p:nvPr/>
        </p:nvSpPr>
        <p:spPr>
          <a:xfrm>
            <a:off x="2487168" y="53949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radius : double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5806440"/>
            <a:ext cx="2743200" cy="411480"/>
          </a:xfrm>
          <a:prstGeom prst="rect">
            <a:avLst/>
          </a:prstGeom>
          <a:solidFill>
            <a:srgbClr val="F4F4F8"/>
          </a:solidFill>
          <a:ln w="19050">
            <a:solidFill>
              <a:srgbClr val="569CD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 txBox="1"/>
          <p:nvPr/>
        </p:nvSpPr>
        <p:spPr>
          <a:xfrm>
            <a:off x="2487168" y="5806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Volumen() : double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V="1">
            <a:off x="3823854" y="3749040"/>
            <a:ext cx="2194561" cy="1188720"/>
          </a:xfrm>
          <a:prstGeom prst="line">
            <a:avLst/>
          </a:prstGeom>
          <a:noFill/>
          <a:ln w="25400">
            <a:solidFill>
              <a:srgbClr val="569CD6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7315200" y="4937760"/>
            <a:ext cx="2743200" cy="457200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 txBox="1"/>
          <p:nvPr/>
        </p:nvSpPr>
        <p:spPr>
          <a:xfrm>
            <a:off x="7315200" y="4937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Wuerfel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0" y="5394960"/>
            <a:ext cx="2743200" cy="411480"/>
          </a:xfrm>
          <a:prstGeom prst="rect">
            <a:avLst/>
          </a:prstGeom>
          <a:solidFill>
            <a:srgbClr val="F4F4F8"/>
          </a:solidFill>
          <a:ln w="19050">
            <a:solidFill>
              <a:srgbClr val="569CD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 txBox="1"/>
          <p:nvPr/>
        </p:nvSpPr>
        <p:spPr>
          <a:xfrm>
            <a:off x="7424928" y="53949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950" err="1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seitenlänge</a:t>
            </a:r>
            <a:r>
              <a:rPr lang="en-US" sz="950">
                <a:solidFill>
                  <a:srgbClr val="1E1E2E"/>
                </a:solidFill>
                <a:latin typeface="Consolas"/>
                <a:ea typeface="Consolas" pitchFamily="34" charset="-122"/>
                <a:cs typeface="Consolas" pitchFamily="34" charset="-120"/>
              </a:rPr>
              <a:t> : double</a:t>
            </a:r>
            <a:endParaRPr lang="en-US" sz="950">
              <a:latin typeface="Consola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0" y="5806440"/>
            <a:ext cx="2743200" cy="411480"/>
          </a:xfrm>
          <a:prstGeom prst="rect">
            <a:avLst/>
          </a:prstGeom>
          <a:solidFill>
            <a:srgbClr val="F4F4F8"/>
          </a:solidFill>
          <a:ln w="19050">
            <a:solidFill>
              <a:srgbClr val="569CD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 txBox="1"/>
          <p:nvPr/>
        </p:nvSpPr>
        <p:spPr>
          <a:xfrm>
            <a:off x="7424928" y="5806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Volumen() : double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6018414" y="3749040"/>
            <a:ext cx="2743199" cy="1188720"/>
          </a:xfrm>
          <a:prstGeom prst="line">
            <a:avLst/>
          </a:prstGeom>
          <a:noFill/>
          <a:ln w="25400">
            <a:solidFill>
              <a:srgbClr val="569CD6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 txBox="1"/>
          <p:nvPr/>
        </p:nvSpPr>
        <p:spPr>
          <a:xfrm>
            <a:off x="397764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erbt von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 · Kaltenbrunner &amp; Spring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 txBox="1"/>
          <p:nvPr/>
        </p:nvSpPr>
        <p:spPr>
          <a:xfrm>
            <a:off x="1554480" y="2033293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682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Seitenlaenge { get; set; }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5234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13639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double Volumen()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5204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0448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Seitenlaenge * Seitenlaenge * Seitenlaenge;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28853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6725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 · Kaltenbrunner &amp; Spring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Auflösung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3A1F24"/>
          </a:solidFill>
          <a:ln w="19050">
            <a:solidFill>
              <a:srgbClr val="F14C4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 txBox="1"/>
          <p:nvPr/>
        </p:nvSpPr>
        <p:spPr>
          <a:xfrm>
            <a:off x="10515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falsch: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Wuerfel : Kugel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E3A24"/>
          </a:solidFill>
          <a:ln w="19050">
            <a:solidFill>
              <a:srgbClr val="6A995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richtig: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Wuerfel : Figur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146304" cy="146304"/>
          </a:xfrm>
          <a:prstGeom prst="rect">
            <a:avLst/>
          </a:prstGeom>
          <a:solidFill>
            <a:srgbClr val="4EC9B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188720" y="3611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Diagramm zeigt: Wuerfel erbt von Figur — nicht von Kugel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4325112"/>
            <a:ext cx="146304" cy="146304"/>
          </a:xfrm>
          <a:prstGeom prst="rect">
            <a:avLst/>
          </a:prstGeom>
          <a:solidFill>
            <a:srgbClr val="4EC9B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1188720" y="4142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Würfel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bekommt sonst ungewollt die Kugel-Eigenschaft „Radius“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855464"/>
            <a:ext cx="146304" cy="146304"/>
          </a:xfrm>
          <a:prstGeom prst="rect">
            <a:avLst/>
          </a:prstGeom>
          <a:solidFill>
            <a:srgbClr val="4EC9B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 txBox="1"/>
          <p:nvPr/>
        </p:nvSpPr>
        <p:spPr>
          <a:xfrm>
            <a:off x="1188720" y="4672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Semantisch falsch: Ein Wuerfel ist keine Kugel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5385816"/>
            <a:ext cx="146304" cy="146304"/>
          </a:xfrm>
          <a:prstGeom prst="rect">
            <a:avLst/>
          </a:prstGeom>
          <a:solidFill>
            <a:srgbClr val="4EC9B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 txBox="1"/>
          <p:nvPr/>
        </p:nvSpPr>
        <p:spPr>
          <a:xfrm>
            <a:off x="1188720" y="5202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Volumen()-Formel ist sogar korrekt — trotzdem falsches Design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Klassendiagramme · Kaltenbrunner &amp; Spring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Breitbild</PresentationFormat>
  <Paragraphs>80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Kaltenbrunner</cp:lastModifiedBy>
  <cp:revision>2</cp:revision>
  <dcterms:created xsi:type="dcterms:W3CDTF">2026-09-11T06:04:06Z</dcterms:created>
  <dcterms:modified xsi:type="dcterms:W3CDTF">2026-09-14T18:36:10Z</dcterms:modified>
</cp:coreProperties>
</file>